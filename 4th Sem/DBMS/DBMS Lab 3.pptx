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9" d="100"/>
          <a:sy n="119" d="100"/>
        </p:scale>
        <p:origin x="-394" y="-17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16134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3d62987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3d62987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1e936eaa3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1e936eaa3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1e936eaa3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1e936eaa3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1e936eaa3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1e936eaa3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1ea8d2d0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1ea8d2d0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CSC260: Database Management System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</a:t>
            </a:r>
            <a:r>
              <a:rPr lang="en" sz="24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22100" y="445025"/>
            <a:ext cx="8913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Lab Questions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2100" y="1152475"/>
            <a:ext cx="89133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database </a:t>
            </a:r>
            <a:r>
              <a:rPr lang="en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lab&lt;yourname</a:t>
            </a: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&gt;. i.e. </a:t>
            </a:r>
            <a:r>
              <a:rPr lang="en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labpatan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Current Databse: </a:t>
            </a: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lab5&lt;yourname&gt; i.e. use </a:t>
            </a:r>
            <a:r>
              <a:rPr lang="en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lab5RK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tables 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(id, name,gender,program,contact_number,address)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TABLE student (id INT, name VARCHAR(100), gender VARCHAR(10), program VARCHAR(50), contact_number VARCHAR(15), address VARCHAR(100));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teacher (id, name, subject, contact_number, address,email)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 detail of Tables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romanLcPeriod"/>
            </a:pP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student;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romanLcPeriod"/>
            </a:pP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teacher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6375" y="0"/>
            <a:ext cx="8913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Lab Questions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22100" y="572700"/>
            <a:ext cx="8913300" cy="45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4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 Sample Data in tables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 into student: INSERT INTO student VALUES (NULL, 'Sita', 'Female', 'BAM', '9800000001', NULL), (2, NULL, 'Male', 'CSIT', '9800000001', 'Lalitpur'), (2, 'Rita', 'Female', 'BIT', '9800000003', 'Kathmandu');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 into teacher also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inserted data in tables;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roman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* FROM student;	SELECT * FROM teacher;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4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NOT NULL Constraints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NOT NULL Constraint in student table for necessary attributes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roman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student CHANGE COLUMN name name VARCHAR(100) NOT NULL;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NOT NULL Constraint in teacher table for necessary attributes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violation of NOT NULL Constraint in tables by INSERTING NULL values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roman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 INTO student (id, name) VALUES (3, NULL);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176375" y="0"/>
            <a:ext cx="8913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Lab Questions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122100" y="572700"/>
            <a:ext cx="8913300" cy="45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6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UNIQUE Constraints (Require deletion of previous duplicate data)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FROM &lt;tablename&gt;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UNIQUE Constraint in student table for necessary attributes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roman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student ADD CONSTRAINT uq_student_contact UNIQUE (contact_number);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UNIQUE Constraint in teacher table for necessary attributes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violation of UNIQUE Constraint in tables by INSERTING DUPLICATE values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6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DEFAULT Values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DEFAULT Value in student table for necessary attributes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roman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student MODIFY program VARCHAR(50) DEFAULT 'CSIT';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roman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student CHANGE COLUMN program program VARCHAR(50) DEFAULT 'CSIT';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DEFAULT Value in teacher table for necessary attributes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DEFAULT VALUES  in rows after INSERTING BLANK values in attributes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176375" y="0"/>
            <a:ext cx="8913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Lab Questions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122100" y="572700"/>
            <a:ext cx="8913300" cy="44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8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PRIMARY KEYS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PRIMARY KEY in student table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roman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student ADD PRIMARY KEY (id);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PRIMARY KEY in teacher table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8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ENUM and CHECK Constraints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ENUM and CHECK Constraints in student table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roman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student MODIFY gender ENUM('Male', 'Female', 'Other');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roman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student ADD CONSTRAINT chk_program CHECK (program IN ('CSIT', 'BCA', 'BIT'));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ENUM and CHECK Constraints in teacher table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ENUM and CHECK Constraints in by INSERTING different values than enum and check values in respective attributes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176375" y="0"/>
            <a:ext cx="8913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Lab Questions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122100" y="572700"/>
            <a:ext cx="8913300" cy="44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10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all Constraints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CONSTRAINT_NAME, TABLE_NAME, CONSTRAINT_TYPE FROM information_schema.TABLE_CONSTRAINTS WHERE TABLE_SCHEMA = '&lt;yourname&gt;dbms3';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10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All Constraints from tables;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Constraints from student table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roman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student DROP INDEX &lt;constraint_name&gt;;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Constraints from teacher table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deletion of Constraints in by inserting values having duplicates in respective attributes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86354" y="2110085"/>
            <a:ext cx="75713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Deadline: 2026 </a:t>
            </a:r>
            <a:r>
              <a:rPr lang="en-US" sz="5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J</a:t>
            </a:r>
            <a:r>
              <a:rPr lang="en-U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uly 10</a:t>
            </a:r>
            <a:endParaRPr lang="en-U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462539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415</Words>
  <Application>Microsoft Office PowerPoint</Application>
  <PresentationFormat>On-screen Show (16:9)</PresentationFormat>
  <Paragraphs>57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Simple Light</vt:lpstr>
      <vt:lpstr>CSC260: Database Management System</vt:lpstr>
      <vt:lpstr>Lab Questions</vt:lpstr>
      <vt:lpstr>Lab Questions</vt:lpstr>
      <vt:lpstr>Lab Questions</vt:lpstr>
      <vt:lpstr>Lab Questions</vt:lpstr>
      <vt:lpstr>Lab Questions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CSC260: Database Management System</dc:title>
  <cp:lastModifiedBy>Unique</cp:lastModifiedBy>
  <cp:revision>5</cp:revision>
  <dcterms:modified xsi:type="dcterms:W3CDTF">2026-07-01T01:21:10Z</dcterms:modified>
</cp:coreProperties>
</file>