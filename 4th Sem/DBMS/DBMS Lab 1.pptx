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8" r:id="rId3"/>
    <p:sldId id="259" r:id="rId4"/>
    <p:sldId id="260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9" d="100"/>
          <a:sy n="119" d="100"/>
        </p:scale>
        <p:origin x="-394" y="-17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254130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5cecbfdbb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5cecbfdbb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cecbfdb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cecbfdb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cecbfdbb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5cecbfdbb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CSC260: Database Management System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 1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122875" y="0"/>
            <a:ext cx="89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Lab Questions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122725" y="572700"/>
            <a:ext cx="8914800" cy="444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all existing Database: </a:t>
            </a:r>
            <a:r>
              <a:rPr lang="en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 DATABASES;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 database &lt;your-name&gt;dbms1 i.e. </a:t>
            </a:r>
            <a:r>
              <a:rPr lang="en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Patandbms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1" indent="-342900"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DATABASE </a:t>
            </a: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Patandbms</a:t>
            </a: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Verify your database is created: </a:t>
            </a:r>
            <a:r>
              <a:rPr lang="en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 DATABASES;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your database to perform further SQL queries: </a:t>
            </a:r>
            <a:r>
              <a:rPr lang="en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&lt;your-name&gt;dbms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all Tables in database: </a:t>
            </a:r>
            <a:r>
              <a:rPr lang="en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 TABLES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tables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</a:t>
            </a: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(sid(int), name, gender, program)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romanLcPeriod"/>
            </a:pPr>
            <a:r>
              <a:rPr lang="en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TABLE student (sid INT, name VARCHAR(200), gender VARCHAR(200), program VARCHAR(200) );</a:t>
            </a: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teacher</a:t>
            </a: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(id(int), name, address)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Verify your table is created: </a:t>
            </a:r>
            <a:r>
              <a:rPr lang="en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 TABLES;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 properties of Tables: </a:t>
            </a:r>
            <a:r>
              <a:rPr lang="en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DESCRIBE &lt;tablename&gt;;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122875" y="0"/>
            <a:ext cx="89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Lab Questions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122725" y="572700"/>
            <a:ext cx="8914800" cy="444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 startAt="9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a new column (contactno. varchar(20) ) in student table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 TABLE student ADD COLUMN contactno VARCHAR(20) NULL;</a:t>
            </a:r>
            <a:endParaRPr sz="1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 startAt="9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a new column ( subject varchar(50) ) in teacher table.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 startAt="9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column contactno of student table to int.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 TABLE student CHANGE COLUMN contactno contactno int null;</a:t>
            </a:r>
            <a:endParaRPr sz="1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 startAt="9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column address of teacher table to int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 startAt="9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Drop column gender from student table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 TABLE student DROP COLUMN gender</a:t>
            </a:r>
            <a:endParaRPr sz="1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 startAt="9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Drop column address from teacher table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122875" y="0"/>
            <a:ext cx="89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Lab Questions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122725" y="572700"/>
            <a:ext cx="8914800" cy="444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 startAt="15"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name of </a:t>
            </a:r>
            <a:r>
              <a:rPr lang="en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</a:t>
            </a: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column to </a:t>
            </a:r>
            <a:r>
              <a:rPr lang="en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studentname</a:t>
            </a: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in student table;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 TABLE student RENAME COLUMN name TO studentname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 TABLE student CHANGE COLUMN name studentname varchar(100);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 startAt="15"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name of id column to tid in teacher table;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 startAt="15"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Drop table student: </a:t>
            </a:r>
            <a:r>
              <a:rPr lang="en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DROP TABLE student;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 startAt="15"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Drop table teacher: </a:t>
            </a:r>
            <a:r>
              <a:rPr lang="en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DROP TABLE teacher;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 startAt="15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Drop database &lt;your-name&gt;dbms1: </a:t>
            </a:r>
            <a:r>
              <a:rPr lang="en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DROP DATABASE </a:t>
            </a:r>
            <a:r>
              <a:rPr lang="en" b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patan;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86215" y="3465699"/>
            <a:ext cx="857157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Dead line 2026 </a:t>
            </a:r>
            <a:r>
              <a:rPr lang="en-US" sz="5400" b="1" cap="all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july</a:t>
            </a:r>
            <a:r>
              <a:rPr lang="en-US" sz="5400" b="1" cap="all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10</a:t>
            </a:r>
            <a:endParaRPr lang="en-U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266</Words>
  <Application>Microsoft Office PowerPoint</Application>
  <PresentationFormat>On-screen Show (16:9)</PresentationFormat>
  <Paragraphs>34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Simple Light</vt:lpstr>
      <vt:lpstr>CSC260: Database Management System</vt:lpstr>
      <vt:lpstr>Lab Questions</vt:lpstr>
      <vt:lpstr>Lab Questions</vt:lpstr>
      <vt:lpstr>Lab Questions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CSC260: Database Management System</dc:title>
  <cp:lastModifiedBy>Unique</cp:lastModifiedBy>
  <cp:revision>4</cp:revision>
  <dcterms:modified xsi:type="dcterms:W3CDTF">2026-07-01T01:19:42Z</dcterms:modified>
</cp:coreProperties>
</file>